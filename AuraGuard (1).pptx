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349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Say plainly: this already runs against a real camera on our network, not a mock-up.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gap: recording continues regardless of quality. The system has no sense of its own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sentences, really: learn locally, confirm before alerting, explain the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then stop on the bottom line — that is the point of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contract is why this scales — a new detector is a drop-in, not a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first one. That is the genuinely novel piece — the rest follows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word 'synthetic' out loud. If a judge asks about real-camera testing, the honest answer is: not yet, and that is the next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last line, then stop talking and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AuraGuard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that notices when it stops seeing properly.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31089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480559"/>
            <a:ext cx="8367932" cy="68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live camera feeds and </a:t>
            </a:r>
            <a:r>
              <a:rPr lang="en-US" sz="14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</a:t>
            </a:r>
            <a:r>
              <a:rPr lang="en-US" sz="16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SMS alerts on deliberate tampering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39422" y="342900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/>
              <a:t>Team members:</a:t>
            </a:r>
          </a:p>
          <a:p>
            <a:pPr marL="0" indent="0">
              <a:buNone/>
            </a:pPr>
            <a:r>
              <a:rPr lang="en-US" sz="1400" dirty="0"/>
              <a:t>1.Mithun.A</a:t>
            </a:r>
          </a:p>
          <a:p>
            <a:pPr marL="0" indent="0">
              <a:buNone/>
            </a:pPr>
            <a:r>
              <a:rPr lang="en-US" sz="1400" dirty="0"/>
              <a:t>2.Kanishk.p</a:t>
            </a:r>
          </a:p>
          <a:p>
            <a:pPr marL="0" indent="0">
              <a:buNone/>
            </a:pPr>
            <a:r>
              <a:rPr lang="en-US" sz="1400" dirty="0"/>
              <a:t>3.Sreehari.k</a:t>
            </a:r>
          </a:p>
          <a:p>
            <a:pPr marL="0" indent="0">
              <a:buNone/>
            </a:pPr>
            <a:r>
              <a:rPr lang="en-US" sz="1400" dirty="0"/>
              <a:t>4.Sridharshan</a:t>
            </a:r>
          </a:p>
          <a:p>
            <a:pPr marL="0" indent="0">
              <a:buNone/>
            </a:pPr>
            <a:r>
              <a:rPr lang="en-US" sz="1400" dirty="0"/>
              <a:t>5.Maanickavasagam</a:t>
            </a:r>
          </a:p>
        </p:txBody>
      </p:sp>
      <p:sp>
        <p:nvSpPr>
          <p:cNvPr id="8" name="Text 6"/>
          <p:cNvSpPr/>
          <p:nvPr/>
        </p:nvSpPr>
        <p:spPr>
          <a:xfrm>
            <a:off x="8595360" y="26060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04672" y="129844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systems record continuously. Nobody reliably watches whether the recording is still any good.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22128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560320" y="23408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 year of feeds streamed into central monitoring stations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3558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068239" y="3236977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9520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</a:p>
          <a:p>
            <a:pPr marL="0" indent="0" algn="r">
              <a:buNone/>
            </a:pPr>
            <a:endParaRPr lang="en-US" sz="3600" b="1" dirty="0">
              <a:solidFill>
                <a:srgbClr val="B4531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r">
              <a:buNone/>
            </a:pPr>
            <a:r>
              <a:rPr lang="en-US" sz="36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 algn="r">
              <a:buNone/>
            </a:pPr>
            <a:endParaRPr lang="en-US" sz="3600" b="1" dirty="0">
              <a:solidFill>
                <a:srgbClr val="B4531F"/>
              </a:solidFill>
              <a:latin typeface="Cambria" pitchFamily="34" charset="0"/>
              <a:ea typeface="Cambria" pitchFamily="34" charset="-122"/>
            </a:endParaRPr>
          </a:p>
          <a:p>
            <a:pPr marL="0" indent="0" algn="r">
              <a:buNone/>
            </a:pP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25760" y="3474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footage keeps recording — degraded or not — with nobody the wiser</a:t>
            </a:r>
          </a:p>
          <a:p>
            <a:pPr marL="0" indent="0">
              <a:buNone/>
            </a:pPr>
            <a:endParaRPr lang="en-US" sz="1400" dirty="0">
              <a:solidFill>
                <a:srgbClr val="2220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endParaRPr lang="en-US" sz="1400" dirty="0">
              <a:solidFill>
                <a:srgbClr val="2220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2220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2220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2194560"/>
            <a:ext cx="0" cy="320040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goes unnoticed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01000" y="278892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an unchanging screen is a task humans are measurably bad at — attention decays within minutes.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is quiet by design. A smeared lens or a nudged mount looks like nothing on a wall of monitors.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surfaces only when the footage is finally needed — and is useless.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04672" y="129844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that learns what normal looks like for itself, then says plainly when normal breaks.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216712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50876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learns on site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937760" y="2167128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calibration window builds a baseline of brightness, sharpness, edge density and histogram shape for that one camera. No pre-trained model. No labelled dataset. No cloud.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3291840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5204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3502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waits before it speaks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937760" y="352044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detector must watch the anomaly hold steady across a run of consecutive frames before it fires. A bird, a bump, a passing shadow — none of them survive that wait.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645152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8737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48554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explains itself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937760" y="4873752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carries the reason, not a code. Sharpness at 38% of baseline, held 5.2 seconds. The technician knows what to bring before leaving the desk.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04672" y="129844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RTSP packet to a phone buzzing in a technician's pocket.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54203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pull from the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Dahua stream, with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auto-reconnect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0" y="2304288"/>
            <a:ext cx="0" cy="155448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0088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90088" y="254203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990088" y="29718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seconds learns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brightness,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sharpness, keypoints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56048" y="2304288"/>
            <a:ext cx="0" cy="155448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02936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02936" y="254203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202936" y="29718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scored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all four detectors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that baseline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68896" y="2304288"/>
            <a:ext cx="0" cy="155448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15784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15784" y="254203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415784" y="29718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and stability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reject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81744" y="2304288"/>
            <a:ext cx="0" cy="155448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28632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28632" y="254203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628632" y="29718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with evidence,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cooldown to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alert storms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4434840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waiting is the whole trick.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937760" y="466344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anomaly has to clear the threshold and then hold still. Large movement with a lot of scatter is vibration, not tampering — so it is discarded rather than escalated. That single rule is what stops the system crying wolf at every passing shadow.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04672" y="129844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are independent modules behind one shared contract — adding a fifth changes nothing upstream.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9572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client · frame buffer · reconnect supervisor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2816352"/>
            <a:ext cx="7223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71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6440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AdaptiveBaseline — running averages of brightness, sharpness, edge density, histogram, reference keypoints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685032"/>
            <a:ext cx="7223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730752"/>
            <a:ext cx="7360920" cy="786384"/>
          </a:xfrm>
          <a:prstGeom prst="roundRect">
            <a:avLst>
              <a:gd name="adj" fmla="val 6977"/>
            </a:avLst>
          </a:prstGeom>
          <a:solidFill>
            <a:srgbClr val="F4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40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13308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BlurDetector · OcclusionDetector · BrightnessDetector · CameraPositionDetector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4709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+ gate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500176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aggregation · streak counter · stability check · cooldown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5422392"/>
            <a:ext cx="7223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577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87044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dispatch · evidence formatting · alert log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49640" y="2057400"/>
            <a:ext cx="0" cy="356616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shared contract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961120" y="26060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signal_name : str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triggered   : bool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 : float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   : str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        : list|None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61120" y="416052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detector returns this same shape, so the layer above never needs to know which one spoke.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different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Sustained, not instant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937760" y="1801368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tamper alarms fire the moment a threshold is crossed. Ours waits for the anomaly to settle — it has to be both large and steady. Shake, bumps and passers-by are excluded by the design, not filtered out afterwards.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843784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044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measured in degrees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37760" y="306324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movement is reported as an actual angle — 8.4° right, 5.1° down — recovered from ORB keypoints and a RANSAC homography, rather than a vague flag that something changed.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4105656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3068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for a person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4325112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phrased for whoever reads them at two in the morning: the symptom, the size of it, and how long it lasted.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5367528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5686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to train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5586984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comes from the camera's own first few seconds. Moving to a new site is a restart, not a retraining exercise.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04672" y="129844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synthetic clips with known ground-truth rotations.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2834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pan error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1455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twelve known rotations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484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34840" y="2834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 detected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31455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missed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9244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092440" y="2834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false-alarm controls held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31455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motion, sensor noise,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and bumps — all rejected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977640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camera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5902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pipeline is Dahua-specific. If it speaks RTSP, it works.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hardware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45902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computer vision throughout — no GPU, no inference server, no cloud round-trip.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thresholds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6418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traces back to a measured quantity, so it can be explained and tuned.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5349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on bandwidth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56418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just as well on the sub-stream when the network is under pressure.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changes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operator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 of monitors stops being a vigilance task.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goes to incidents rather than to inspecting picture quality.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depends on somebody happening to notice.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33672" y="1874520"/>
            <a:ext cx="0" cy="265176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348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technician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434840" y="237744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what broke and by how much, before leaving the desk.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cooldown keeps one fault from flooding the phone.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surface in minutes rather than at the next audit.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91272" y="1874520"/>
            <a:ext cx="0" cy="265176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organisation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92440" y="237744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 stays usable because degradation is caught while it is happening.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becomes an event with a timestamp against it.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monitoring station can cover more cameras.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5120640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camera stops being something you have to watch, and becomes something that tells you when it needs you.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1084</Words>
  <Application>Microsoft Office PowerPoint</Application>
  <PresentationFormat>Widescreen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AuraGuard</dc:title>
  <dc:subject>PptxGenJS Presentation</dc:subject>
  <dc:creator>Team AuraGuard</dc:creator>
  <cp:lastModifiedBy>Mithun arulnathan</cp:lastModifiedBy>
  <cp:revision>2</cp:revision>
  <dcterms:created xsi:type="dcterms:W3CDTF">2026-08-05T10:53:40Z</dcterms:created>
  <dcterms:modified xsi:type="dcterms:W3CDTF">2026-08-05T11:09:12Z</dcterms:modified>
</cp:coreProperties>
</file>